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05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ODYRA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Pensamiento en Consultoría Estratégica e Inteligencia Aplicada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52083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las organizaciones gastan millones en transformación, pero cuando el consultor se va, todo se detiene.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solución: Un método probado que enseña a las organizaciones a transformarse por sí mismas.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del mercado: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recursos. Tenemos buenas intenciones. Pero cada consultor que contratamos trae un enfoque diferente. Y cuando se va, volvemos a donde empezamos."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Dependencia de consultores: Sin asesor, la organización no continúa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Falta de método: Cada intervención es diferente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Bajo ROI: Invierten $200K, ganan 0 proyectos nuevos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Capacidad débil: Equipo no aprende, solo recibe diagnósticos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Mercado: 10.000+ organizaciones públicas/sin ánimo de lucro que necesitan transformación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ahora?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disponible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$500M-$5.000M+ por municipio en presupuestos públicos para transformación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creciente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Gobiernos buscan sostenibilidad; ONGs buscan autonomía financiera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histórico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cambia consultoría; organizaciones entendieron que necesitan cambiar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ODYRA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consultoría tradicional.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Escuela de Pensamiento que codifica un método de transformación sostenible.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transformación (18 meses):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6888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48056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912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48640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2423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492240" y="2514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tradicional: Diagnóstico + recomendaciones → consultor se 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ODYRA: Enseñanza + capacitación → organización continúa sola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nos distingue?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casos, 18 años, $6.000M+ movilizados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coherente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762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documentos, 3 modelos, 7 principios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capacitado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992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consultores certificados (2027)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favorable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8221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60%+ en consultoría, 70%+ en diplomados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1: Consultoría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(2026)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143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margen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2: Formación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(2026)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margen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3: Investigación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 (2026)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margen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 2026-2029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$330K  |  2027: $1.4M (+324%)  |  2028: $2.65M (+89%)  |  2029: $3.4M (+28%)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8404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CAGR: 105%  |  Margen medio: 52%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Tracción (Prueba de Mercado)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7490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creadas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7490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15361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asesoradas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7490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450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cubiertos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37490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450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práctica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7490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33649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ganados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74904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$6.000M+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0" y="33649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movilizados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E5D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AGROPISUR: 16 campesinos iletrados → Autonomía en 9 meses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$500K/mes individual → $1M+/mes colectivo + $7M en contratos + $62M del SENA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Darío Esquivel Argel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años transformando organizaciones | 60+ asociaciones creadas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organizaciones asesoradas | 30+ proyectos ganados ($6.000M+)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Financiero | Especialista en Gerencia de Proyectos | Maestrante UNal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2026-2029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(Mínima):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8803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+ 1 consultor jr + 1 coordinador + freelancers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(Escalada):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4290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+ 2-3 consultores sr + 50+ en red + 5 admin + 1 especialista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Financiamiento Requerido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recomendada: $100K - $150K USD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(salarios 12 meses)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1508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posicionamiento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7830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tecnológico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y alianzas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trabajo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6060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Esperado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3832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Inversión: $110K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2026: $330K | Margen 2026: $100K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12 meses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3 EBITDA: $2.0M (18x inversión inicial)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Proyecciones Financieras 2026-2029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143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$232K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$560K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$2.65M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400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CAGR: 105% (2026-2029) | Margen medio: 52%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Breakeven: Mes 12 | Rentabilidad sostenible: Mes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2029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651760" y="12344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certificados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acompañadas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$2.5M+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2788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anuales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3502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35661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operando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Posición: Referente en consultoría estratégica + IA en Latinoamérica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salida: Venta a firma, capitalización privada, o estructura cooperativa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Mitigación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no adopta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0" y="1143000"/>
            <a:ext cx="1097280" cy="2743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93192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validado en 60+ casos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imita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645920"/>
            <a:ext cx="1097280" cy="2743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en comunidad + método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Desgaste Rubén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148840"/>
            <a:ext cx="1097280" cy="2743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93192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crece; delega desde año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capital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651760"/>
            <a:ext cx="1097280" cy="2743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93192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posible; ingresos rápidos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 de Alianza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 estratégico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1704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$100K-$150K USD | Equity 5-10%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 institucional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9933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ADR, ONG, Universidad | Co-ejecutar proyectos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816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co-founder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8163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años experiencia | Equity 10-15%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aliado: Método + red de consultores + diferenciación + ingresos + upside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1887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Reunión 30 min  2. Due diligence  3. Negociación  4. Cierre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1031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Reunión exploratoria  2. Piloto (3-6 meses)  3. Alianza formal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0175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Diplomado ODYRA  2. Certificación  3. Acceso a 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Darío Esquivel Argel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esquivel.rubendario@gmail.com  |  Bogotá, Colombia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oportunidad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transformación organizacional en Latinoamérica está fragmentado. No existe una escuela de pensamiento coherente, probada, y escalable.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ODYRA existe para llenar ese vacío.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Institución sostenible, autónoma, con $3.4M+ ingresos anuales (2029).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150+ organizaciones transformadas; 3.000+ personas con capacidades permanentes.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pitch está respaldado por 18 años de práctica, 60+ casos completados, y $6.000M+ en recursos movilizados.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937</Words>
  <Application>Microsoft Office PowerPoint</Application>
  <PresentationFormat>Presentación en pantalla (16:9)</PresentationFormat>
  <Paragraphs>195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Ruben Dario Esquivel Argel</cp:lastModifiedBy>
  <cp:revision>2</cp:revision>
  <dcterms:created xsi:type="dcterms:W3CDTF">2026-07-31T01:45:44Z</dcterms:created>
  <dcterms:modified xsi:type="dcterms:W3CDTF">2026-07-31T13:41:32Z</dcterms:modified>
</cp:coreProperties>
</file>