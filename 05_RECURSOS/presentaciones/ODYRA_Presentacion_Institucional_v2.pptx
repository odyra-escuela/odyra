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12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926080"/>
            <a:ext cx="7315200" cy="731520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/home/claude/odyra/pptx/assets/logo_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956" y="2676334"/>
            <a:ext cx="3749040" cy="8595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1600" y="37947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PENSAMIENTO EN CONSULTORÍA ESTRATÉGICA E INTELIGENCIA APLICADA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271516" y="4434840"/>
            <a:ext cx="164592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3"/>
          <p:cNvSpPr/>
          <p:nvPr/>
        </p:nvSpPr>
        <p:spPr>
          <a:xfrm>
            <a:off x="1371600" y="46177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institucional para profesionales y entidades interesadas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6E7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mundo del conocimiento cambió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la humanidad tuvo tanto acceso a información y, al mismo tiempo, tanta dificultad para convertirla en decisiones acertadas. La inteligencia artificial redefine el trabajo intelectual — y con él, el valor real de un consultor.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" y="278892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5F7FC"/>
          </a:solidFill>
          <a:ln/>
          <a:effectLst>
            <a:outerShdw blurRad="1270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911096" y="3040380"/>
            <a:ext cx="868680" cy="86868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7" name="Image 0" descr="/home/claude/odyra/pptx/assets/icons/databas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266" y="325755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4069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Abundancia de información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05256" y="46634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al conocimiento se democratizó. Ya no es la ventaja competitiva.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9976" y="278892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5F7FC"/>
          </a:solidFill>
          <a:ln/>
          <a:effectLst>
            <a:outerShdw blurRad="1270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5660136" y="3040380"/>
            <a:ext cx="868680" cy="86868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1" descr="/home/claude/odyra/pptx/assets/icons/cpu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306" y="325755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8576" y="4069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54296" y="46634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Amplía el análisis, la escritura y la investigación a una velocidad sin precedentes.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9016" y="278892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5F7FC"/>
          </a:solidFill>
          <a:ln/>
          <a:effectLst>
            <a:outerShdw blurRad="1270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2"/>
          <p:cNvSpPr/>
          <p:nvPr/>
        </p:nvSpPr>
        <p:spPr>
          <a:xfrm>
            <a:off x="9409176" y="3040380"/>
            <a:ext cx="868680" cy="86868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7" name="Image 2" descr="/home/claude/odyra/pptx/assets/icons/git-branch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346" y="325755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4069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 creciente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03336" y="46634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organizaciones enfrentan sistemas cada vez más interdependientes e inciertos.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— ESCUELA DE PENSAMIENTO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6400800" cy="640080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591556" y="914400"/>
            <a:ext cx="1005840" cy="1005840"/>
          </a:xfrm>
          <a:prstGeom prst="ellipse">
            <a:avLst/>
          </a:prstGeom>
          <a:solidFill>
            <a:srgbClr val="CADCFC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" name="Image 0" descr="/home/claude/odyra/pptx/assets/icons/target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074" y="117591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331720"/>
            <a:ext cx="92628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debe evolucionar el consultor cuando la inteligencia artificial ya puede producir conocimiento?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54396" y="4434840"/>
            <a:ext cx="128016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463040" y="4617720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nace como respuesta a esa pregunta.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— ESCUELA DE PENSAMIENTO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ODYRA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escuela de pensamiento, no una metodología más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Escuela de Pensamiento ODYRA es una comunidad intelectual </a:t>
            </a:r>
            <a:r>
              <a:rPr lang="en-US" sz="145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dedicada</a:t>
            </a: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45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</a:t>
            </a: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desarrollar y difundir conocimiento en consultoría estratégica e inteligencia aplicada. No transmite técnicas aisladas: propone una forma distinta de comprender el papel del consultor en la era de la inteligencia artificial.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737360"/>
            <a:ext cx="4526280" cy="3931920"/>
          </a:xfrm>
          <a:prstGeom prst="roundRect">
            <a:avLst>
              <a:gd name="adj" fmla="val 2791"/>
            </a:avLst>
          </a:prstGeom>
          <a:solidFill>
            <a:srgbClr val="1E2761"/>
          </a:solidFill>
          <a:ln/>
          <a:effectLst>
            <a:outerShdw blurRad="152400" dist="50800" dir="5400000" algn="bl" rotWithShape="0">
              <a:srgbClr val="1E2761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132570" y="1851660"/>
            <a:ext cx="685800" cy="685800"/>
          </a:xfrm>
          <a:prstGeom prst="ellipse">
            <a:avLst/>
          </a:prstGeom>
          <a:solidFill>
            <a:srgbClr val="C9A24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7" name="Image 0" descr="/home/claude/odyra/pptx/assets/icons/compass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20" y="2029968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438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OFICIAL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60920" y="283464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“Formar consultores capaces de integrar conocimiento experto, metodologías e inteligencia artificial para desarrollar organizaciones que aprendan, decidan y se transformen con autonomía.”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— ESCUELA DE PENSAMIENTO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943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 DE ODYRA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88720" y="1371600"/>
            <a:ext cx="9811512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77800" dist="508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637276" y="169164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/home/claude/odyra/pptx/assets/icons/za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19293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2880360"/>
            <a:ext cx="83484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ventaja competitiva del consultor en la era de la inteligencia artificial ya no reside en poseer más información, sino en su capacidad para integrar conocimiento experto, metodologías y tecnología con criterio estratégico, juicio ético y propósito transformador.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— ESCUELA DE PENSAMIENTO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PIENSA ODYRA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arquitectura de un pensamiento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niveles, cada uno derivado del anterior — de la filosofía a la herramienta.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08860"/>
            <a:ext cx="960120" cy="96012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odyra/pptx/assets/icons/book-open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12" y="2568092"/>
            <a:ext cx="441655" cy="4416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Escuela de Pensamiento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05740" y="40873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filosófico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655064" y="2788920"/>
            <a:ext cx="91988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2629814" y="2308860"/>
            <a:ext cx="960120" cy="96012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odyra/pptx/assets/icons/layer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047" y="2568092"/>
            <a:ext cx="441655" cy="4416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5474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ODYRA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195474" y="40873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integrador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44798" y="2788920"/>
            <a:ext cx="91988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4619549" y="2308860"/>
            <a:ext cx="960120" cy="96012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6" name="Image 2" descr="/home/claude/odyra/pptx/assets/icons/map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781" y="2568092"/>
            <a:ext cx="441655" cy="4416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85209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ODYRA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185209" y="40873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 transformación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634533" y="2788920"/>
            <a:ext cx="91988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6609283" y="2308860"/>
            <a:ext cx="960120" cy="960120"/>
          </a:xfrm>
          <a:prstGeom prst="ellipse">
            <a:avLst/>
          </a:prstGeom>
          <a:solidFill>
            <a:srgbClr val="C9A24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1" name="Image 3" descr="/home/claude/odyra/pptx/assets/icons/box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8516" y="2568092"/>
            <a:ext cx="441655" cy="4416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74943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Conceptuales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174943" y="40873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CI–ODYRA, TTE–ODYRA, MRE–ODYRA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624267" y="2788920"/>
            <a:ext cx="91988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8599018" y="2308860"/>
            <a:ext cx="960120" cy="96012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6" name="Image 4" descr="/home/claude/odyra/pptx/assets/icons/check-squar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0" y="2568092"/>
            <a:ext cx="441655" cy="44165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64678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8164678" y="40873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a contextos específicos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9614002" y="2788920"/>
            <a:ext cx="91988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3"/>
          <p:cNvSpPr/>
          <p:nvPr/>
        </p:nvSpPr>
        <p:spPr>
          <a:xfrm>
            <a:off x="10588752" y="2308860"/>
            <a:ext cx="960120" cy="96012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31" name="Image 5" descr="/home/claude/odyra/pptx/assets/icons/tool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7984" y="2568092"/>
            <a:ext cx="441655" cy="44165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154412" y="3474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10154412" y="40873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operativo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822960" y="562356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nivel deriva del anterior y ninguno reemplaza a los demás. Esa coherencia distingue a ODYRA de una simple colección de técnicas.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— ESCUELA DE PENSAMIENTO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DEL MÉTODO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CI–ODYRA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 Inteligente: donde el conocimiento humano y la tecnología dejan de competir.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714500" y="2583180"/>
            <a:ext cx="1234440" cy="1234440"/>
          </a:xfrm>
          <a:prstGeom prst="ellipse">
            <a:avLst/>
          </a:prstGeom>
          <a:solidFill>
            <a:srgbClr val="CADCFC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odyra/pptx/assets/icons/use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143" y="2928823"/>
            <a:ext cx="543154" cy="543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Conocimiento experto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77256" y="2583180"/>
            <a:ext cx="1234440" cy="1234440"/>
          </a:xfrm>
          <a:prstGeom prst="ellipse">
            <a:avLst/>
          </a:prstGeom>
          <a:solidFill>
            <a:srgbClr val="CADCFC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/home/claude/odyra/pptx/assets/icons/grid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899" y="2928823"/>
            <a:ext cx="543154" cy="5431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05756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Metodologías rigurosas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240012" y="2583180"/>
            <a:ext cx="1234440" cy="1234440"/>
          </a:xfrm>
          <a:prstGeom prst="ellipse">
            <a:avLst/>
          </a:prstGeom>
          <a:solidFill>
            <a:srgbClr val="CADCFC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2" descr="/home/claude/odyra/pptx/assets/icons/cpu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5655" y="2928823"/>
            <a:ext cx="543154" cy="5431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68512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331720" y="3822192"/>
            <a:ext cx="3762756" cy="1252728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6094476" y="3822192"/>
            <a:ext cx="0" cy="1252728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1"/>
          <p:cNvSpPr/>
          <p:nvPr/>
        </p:nvSpPr>
        <p:spPr>
          <a:xfrm flipH="1">
            <a:off x="6094476" y="3822192"/>
            <a:ext cx="3762756" cy="1252728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5568696" y="4549140"/>
            <a:ext cx="1051560" cy="1051560"/>
          </a:xfrm>
          <a:prstGeom prst="ellipse">
            <a:avLst/>
          </a:prstGeom>
          <a:solidFill>
            <a:srgbClr val="C9A24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8" name="Image 3" descr="/home/claude/odyra/pptx/assets/icons/zap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102" y="4822546"/>
            <a:ext cx="504749" cy="5047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082796" y="57332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APLICADA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— ESCUELA DE PENSAMIENTO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NÚCLEO CONSTITUCIONAL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Hexágono Fundacional ODYRA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documentos rectores, inseparables entre sí, que sostienen todo el Sistema.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5216" y="20574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50392" y="2619756"/>
            <a:ext cx="658368" cy="658368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7" name="Image 0" descr="/home/claude/odyra/pptx/assets/icons/file-tex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7843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36776" y="23134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Magna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36776" y="2807208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e identidad constitucional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34256" y="20574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4599432" y="2619756"/>
            <a:ext cx="658368" cy="658368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1" descr="/home/claude/odyra/pptx/assets/icons/book-open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7843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85816" y="23134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Libro Cero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385816" y="2807208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 y tesis doctrinal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83296" y="20574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2"/>
          <p:cNvSpPr/>
          <p:nvPr/>
        </p:nvSpPr>
        <p:spPr>
          <a:xfrm>
            <a:off x="8348472" y="2619756"/>
            <a:ext cx="658368" cy="658368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7" name="Image 2" descr="/home/claude/odyra/pptx/assets/icons/layer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064" y="27843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34856" y="23134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Conocimiento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9134856" y="2807208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y gobierna el saber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85216" y="4114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6"/>
          <p:cNvSpPr/>
          <p:nvPr/>
        </p:nvSpPr>
        <p:spPr>
          <a:xfrm>
            <a:off x="850392" y="4677156"/>
            <a:ext cx="658368" cy="658368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2" name="Image 3" descr="/home/claude/odyra/pptx/assets/icons/grid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8417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36776" y="43708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Diccionario Oficial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636776" y="4864608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cada concepto del Sistema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34256" y="4114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0"/>
          <p:cNvSpPr/>
          <p:nvPr/>
        </p:nvSpPr>
        <p:spPr>
          <a:xfrm>
            <a:off x="4599432" y="4677156"/>
            <a:ext cx="658368" cy="658368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7" name="Image 4" descr="/home/claude/odyra/pptx/assets/icons/users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024" y="484174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85816" y="43708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del Lenguaje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5385816" y="4864608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de comunicación institucional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83296" y="4114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5F7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4"/>
          <p:cNvSpPr/>
          <p:nvPr/>
        </p:nvSpPr>
        <p:spPr>
          <a:xfrm>
            <a:off x="8348472" y="4677156"/>
            <a:ext cx="658368" cy="658368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32" name="Image 5" descr="/home/claude/odyra/pptx/assets/icons/award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3064" y="484174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34856" y="43708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 Intelectual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9134856" y="4864608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Doctrina permanente de la Escuela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— ESCUELA DE PENSAMIENTO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COMPLETO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documentos, cuatro capas, una sola coherencia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9204" y="1965960"/>
            <a:ext cx="2651760" cy="37947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89204" y="22860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72084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FUNDACIONAL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495044" y="3794760"/>
            <a:ext cx="64008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17804" y="39776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Magna, Libro Cero, ACO, Diccionario, Lenguaje, Canon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42132" y="1965960"/>
            <a:ext cx="2651760" cy="3794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342132" y="22860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525012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7972" y="3794760"/>
            <a:ext cx="640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570732" y="39776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Modelos, Marco Metodológico, Certificación, Skills de 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5060" y="1965960"/>
            <a:ext cx="2651760" cy="3794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195060" y="22860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37794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00900" y="3794760"/>
            <a:ext cx="640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23660" y="39776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Estudio, Formación, Comunidad, Investigación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47988" y="1965960"/>
            <a:ext cx="2651760" cy="3794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047988" y="22860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9230868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053828" y="3794760"/>
            <a:ext cx="640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276588" y="39776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Publicaciones, Alianzas, Laboratorio, Observatorio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— ESCUELA DE PENSAMIENTO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PROFESIONAL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significa ser un Consultor ODYRA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define por la cantidad de información que posee, sino por su capacidad de integrarla con criterio.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odyra/pptx/assets/icons/link-2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5694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2860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Integrador de conocimiento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48840" y="272491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experiencia, metodologías, evidencia e inteligencia artificial en lugar de depender de una sola fuente.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370332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0" name="Image 1" descr="/home/claude/odyra/pptx/assets/icons/layou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394106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36576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Arquitecto de capacidades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148840" y="409651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éxito no se mide por los informes entregados, sino por la autonomía que la organización desarrolla después.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60120" y="507492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4" name="Image 2" descr="/home/claude/odyra/pptx/assets/icons/shield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" y="531266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48840" y="50292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responsable de la IA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2148840" y="546811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 la tecnología con transparencia, sin delegarle nunca el juicio ni la responsabilidad de una decisión.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— ESCUELA DE PENSAMIENTO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DE CRECIMIENTO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carrera profesional de cinco niveles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exige evidencia real de aplicación — no solo formación teórica.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417320" y="3383280"/>
            <a:ext cx="9354312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1371600" cy="13716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Asociado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70098" y="2697480"/>
            <a:ext cx="1371600" cy="13716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070098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95778" y="4251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08676" y="2697480"/>
            <a:ext cx="1371600" cy="13716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408676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34356" y="4251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47254" y="2697480"/>
            <a:ext cx="1371600" cy="13716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747254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472934" y="4251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 del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ODYRA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85832" y="2697480"/>
            <a:ext cx="1371600" cy="1371600"/>
          </a:xfrm>
          <a:prstGeom prst="ellipse">
            <a:avLst/>
          </a:prstGeom>
          <a:solidFill>
            <a:srgbClr val="C9A24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0085832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811512" y="4251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88720" y="525780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Fellow ODYRA: máximo reconocimiento de la Escuela, reservado para quienes amplían el conocimiento, investigan y forman a las nuevas generaciones.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— ESCUELA DE PENSAMIENTO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188720" y="1463040"/>
            <a:ext cx="1828800" cy="1828800"/>
          </a:xfrm>
          <a:prstGeom prst="ellipse">
            <a:avLst/>
          </a:prstGeom>
          <a:solidFill>
            <a:srgbClr val="CADCFC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" name="Image 0" descr="/home/claude/odyra/pptx/assets/icons/use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9202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5204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RUBÉN DARÍO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ESQUIVEL ARGEL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365760" y="4343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de la Escuela de Pensamiento ODYRA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709160" y="6858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09160" y="10058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años construyendo desarrollo territorial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837176" y="2093976"/>
            <a:ext cx="658368" cy="658368"/>
          </a:xfrm>
          <a:prstGeom prst="ellipse">
            <a:avLst/>
          </a:prstGeom>
          <a:solidFill>
            <a:srgbClr val="C9A24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0" name="Image 1" descr="/home/claude/odyra/pptx/assets/icons/briefcase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352" y="2265152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205740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Asesor, Grupo Social — Fondo Paz (DAPRE)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623560" y="244144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del Convenio 156-2025 con la Universidad de Cartagena, proyecto de construcción de paz en 12 municipios priorizados.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4837176" y="3419856"/>
            <a:ext cx="658368" cy="658368"/>
          </a:xfrm>
          <a:prstGeom prst="ellipse">
            <a:avLst/>
          </a:prstGeom>
          <a:solidFill>
            <a:srgbClr val="C9A24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4" name="Image 2" descr="/home/claude/odyra/pptx/assets/icons/award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352" y="3591032"/>
            <a:ext cx="316017" cy="3160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0" y="338328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Especialista en Gerencia de Proyectos (Uniminuto)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623560" y="3767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Financiero (Universidad de Córdoba). Cursando Maestría en Innovación en Gerencia de Proyectos.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4837176" y="4745736"/>
            <a:ext cx="658368" cy="658368"/>
          </a:xfrm>
          <a:prstGeom prst="ellipse">
            <a:avLst/>
          </a:prstGeom>
          <a:solidFill>
            <a:srgbClr val="C9A24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8" name="Image 3" descr="/home/claude/odyra/pptx/assets/icons/users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8352" y="4916912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470916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Ecosistema institucional colombiano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623560" y="50932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directa con ADR, MADR, UNODC, ART, USAID, GIZ, FAO y la Unión Europea en desarrollo rural.</a:t>
            </a:r>
            <a:endParaRPr lang="en-US" sz="108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— ESCUELA DE PENSAMIENTO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Horizontes que están por construirse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no es un sistema cerrado. Su arquitectura reserva espacio deliberado para nuevos modelos que respondan a desafíos que hoy apenas comienzan a plantearse.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" y="2423160"/>
            <a:ext cx="3429000" cy="1234440"/>
          </a:xfrm>
          <a:prstGeom prst="roundRect">
            <a:avLst>
              <a:gd name="adj" fmla="val 50370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033272" y="2683764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7" name="Image 0" descr="/home/claude/odyra/pptx/assets/icons/targe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28620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65376" y="2423160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 inteligente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9976" y="2423160"/>
            <a:ext cx="3429000" cy="1234440"/>
          </a:xfrm>
          <a:prstGeom prst="roundRect">
            <a:avLst>
              <a:gd name="adj" fmla="val 50370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4736592" y="2683764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odyra/pptx/assets/icons/glob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28620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68696" y="2423160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 territorial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83296" y="2423160"/>
            <a:ext cx="3429000" cy="1234440"/>
          </a:xfrm>
          <a:prstGeom prst="roundRect">
            <a:avLst>
              <a:gd name="adj" fmla="val 50370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8439912" y="2683764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" name="Image 2" descr="/home/claude/odyra/pptx/assets/icons/trending-up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220" y="286207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72016" y="2423160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Madurez organizacional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76656" y="3886200"/>
            <a:ext cx="3429000" cy="1234440"/>
          </a:xfrm>
          <a:prstGeom prst="roundRect">
            <a:avLst>
              <a:gd name="adj" fmla="val 50370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3"/>
          <p:cNvSpPr/>
          <p:nvPr/>
        </p:nvSpPr>
        <p:spPr>
          <a:xfrm>
            <a:off x="1033272" y="4146804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9" name="Image 3" descr="/home/claude/odyra/pptx/assets/icons/use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1580" y="4325112"/>
            <a:ext cx="356616" cy="3566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65376" y="3886200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Liderazgo adaptativo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379976" y="3886200"/>
            <a:ext cx="3429000" cy="1234440"/>
          </a:xfrm>
          <a:prstGeom prst="roundRect">
            <a:avLst>
              <a:gd name="adj" fmla="val 50370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4736592" y="4146804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3" name="Image 4" descr="/home/claude/odyra/pptx/assets/icons/cpu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4325112"/>
            <a:ext cx="356616" cy="3566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68696" y="3886200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institucional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8083296" y="3886200"/>
            <a:ext cx="3429000" cy="1234440"/>
          </a:xfrm>
          <a:prstGeom prst="roundRect">
            <a:avLst>
              <a:gd name="adj" fmla="val 50370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19"/>
          <p:cNvSpPr/>
          <p:nvPr/>
        </p:nvSpPr>
        <p:spPr>
          <a:xfrm>
            <a:off x="8439912" y="4146804"/>
            <a:ext cx="713232" cy="713232"/>
          </a:xfrm>
          <a:prstGeom prst="ellipse">
            <a:avLst/>
          </a:prstGeom>
          <a:solidFill>
            <a:srgbClr val="C9A24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7" name="Image 5" descr="/home/claude/odyra/pptx/assets/icons/star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8220" y="4325112"/>
            <a:ext cx="356616" cy="35661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272016" y="3886200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modelos que aún no imaginamos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822960" y="580644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Quienes se incorporen hoy no llegan a aplicar un sistema terminado. Llegan a tiempo de ayudar a construirlo.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— ESCUELA DE PENSAMIENTO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743200"/>
            <a:ext cx="7315200" cy="731520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home/claude/odyra/pptx/assets/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396" y="6858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148840"/>
            <a:ext cx="9445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invitación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28800" y="2971800"/>
            <a:ext cx="8531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ODYRA no se construyen documentos para demostrar lo que se sabe. Se construye conocimiento para aumentar la capacidad de transformación de las organizaciones y de las personas.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54396" y="4160520"/>
            <a:ext cx="128016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828800" y="434340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 sumarse a un método terminado, sino a ayudar a construirlo.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705856" y="496062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/home/claude/odyra/pptx/assets/icons/mail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938" y="5162702"/>
            <a:ext cx="373075" cy="3730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585216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Pensamiento ODYRA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371600" y="6144768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Estratégica e Inteligencia Aplicada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976</Words>
  <Application>Microsoft Office PowerPoint</Application>
  <PresentationFormat>Panorámica</PresentationFormat>
  <Paragraphs>165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Ruben Dario Esquivel Argel</cp:lastModifiedBy>
  <cp:revision>3</cp:revision>
  <dcterms:created xsi:type="dcterms:W3CDTF">2026-07-24T21:01:51Z</dcterms:created>
  <dcterms:modified xsi:type="dcterms:W3CDTF">2026-07-26T16:14:45Z</dcterms:modified>
</cp:coreProperties>
</file>